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1371600"/>
            <a:ext cx="10363200" cy="2286000"/>
          </a:xfrm>
        </p:spPr>
        <p:txBody>
          <a:bodyPr/>
          <a:lstStyle/>
          <a:p>
            <a:r>
              <a:rPr lang="en-US" sz="3200" b="1"/>
              <a:t>Page2File sample PowerPoint</a:t>
            </a:r>
          </a:p>
          <a:p>
            <a:r>
              <a:rPr lang="en-US" sz="1600"/>
              <a:t>Static prototype artifact — no submitted URL was processed.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e2File">
  <a:themeElements>
    <a:clrScheme name="Page2File">
      <a:dk1>
        <a:srgbClr val="101B2D"/>
      </a:dk1>
      <a:lt1>
        <a:srgbClr val="FFFFFF"/>
      </a:lt1>
      <a:dk2>
        <a:srgbClr val="344156"/>
      </a:dk2>
      <a:lt2>
        <a:srgbClr val="F4F7FB"/>
      </a:lt2>
      <a:accent1>
        <a:srgbClr val="155EEF"/>
      </a:accent1>
      <a:accent2>
        <a:srgbClr val="067647"/>
      </a:accent2>
      <a:accent3>
        <a:srgbClr val="9A4A0A"/>
      </a:accent3>
      <a:accent4>
        <a:srgbClr val="58667A"/>
      </a:accent4>
      <a:accent5>
        <a:srgbClr val="B9C5D4"/>
      </a:accent5>
      <a:accent6>
        <a:srgbClr val="DCE3EC"/>
      </a:accent6>
      <a:hlink>
        <a:srgbClr val="155EEF"/>
      </a:hlink>
      <a:folHlink>
        <a:srgbClr val="0B4DD8"/>
      </a:folHlink>
    </a:clrScheme>
    <a:fontScheme name="Page2File">
      <a:majorFont>
        <a:latin typeface="Arial"/>
      </a:majorFont>
      <a:minorFont>
        <a:latin typeface="Arial"/>
      </a:minorFont>
    </a:fontScheme>
    <a:fmtScheme name="Page2Fi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